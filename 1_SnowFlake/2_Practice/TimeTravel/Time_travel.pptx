
<file path=[Content_Types].xml><?xml version="1.0" encoding="utf-8"?>
<Types xmlns="http://schemas.openxmlformats.org/package/2006/content-types"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308" r:id="rId2"/>
    <p:sldId id="30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62"/>
  </p:normalViewPr>
  <p:slideViewPr>
    <p:cSldViewPr snapToGrid="0" snapToObjects="1">
      <p:cViewPr varScale="1">
        <p:scale>
          <a:sx n="90" d="100"/>
          <a:sy n="90" d="100"/>
        </p:scale>
        <p:origin x="232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F0BAC0-D6BB-EA47-AA2D-A6DB3E722DEB}" type="datetimeFigureOut">
              <a:rPr lang="en-US" smtClean="0"/>
              <a:t>11/16/19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0D361C-03A7-7149-803F-AA52E472B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067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74EE96-2E1D-2247-8DDA-34F6FEBD25E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688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D8BE5-EE9B-EE44-8B15-EAB4046032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8E01A0-D56A-DD42-92ED-FFC735B725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F3250-E28F-074C-A147-84BD6EE5A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6AC57-4EE0-3544-90B8-DF8025ADDD90}" type="datetimeFigureOut">
              <a:rPr lang="en-US" smtClean="0"/>
              <a:t>11/16/19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8C0A9-83AB-F94A-9A79-117032511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267F1-062F-0940-A96C-8FC04486B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86CED-D6D0-BF4A-8FEF-220765AC9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561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7CB39-30BE-4644-8B90-7EB026A84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6B510-BFD8-294D-A2A3-D4FC776FE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716B0-4839-9D48-BC4B-7EDF5F90A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6AC57-4EE0-3544-90B8-DF8025ADDD90}" type="datetimeFigureOut">
              <a:rPr lang="en-US" smtClean="0"/>
              <a:t>11/16/19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333A3-0E15-4A47-B744-BEBD4C920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F7B9D-B3C8-2640-B1E2-62E6915E0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86CED-D6D0-BF4A-8FEF-220765AC9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248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7F309-E20D-ED44-BF98-EF3B22177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4E21AE-F448-B44D-8B1D-21558F815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48037-DFB7-9843-BE44-91AA2579B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6AC57-4EE0-3544-90B8-DF8025ADDD90}" type="datetimeFigureOut">
              <a:rPr lang="en-US" smtClean="0"/>
              <a:t>11/16/19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EB6E4-6C78-E547-A9D4-506B1D056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044EB-DE81-7740-8257-CC52597A5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86CED-D6D0-BF4A-8FEF-220765AC9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812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86E04-E41A-EB4C-82E0-8978E4DC9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8083C-D4FC-6D4B-9819-14142380CE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6CFB41-B2D7-FE4E-9254-53A90AA3D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25780-F4E0-5444-9269-EFF7A7F9E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6AC57-4EE0-3544-90B8-DF8025ADDD90}" type="datetimeFigureOut">
              <a:rPr lang="en-US" smtClean="0"/>
              <a:t>11/16/19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43FDB6-50D4-FB4D-8E14-1C97688A1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CD1CE-5BCB-5240-98B2-71536F528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86CED-D6D0-BF4A-8FEF-220765AC9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260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60F16-2B2A-0542-9158-814FBBBF7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E7054C-2BD8-6845-A89A-EBBE8E8C5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1DD5BB-7028-5049-929D-CB2FB00646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2E77E9-D765-164C-A927-C4495D11E4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92CAE5-5AD1-6B40-89AF-E8B611FDCB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2AE5CB-4533-A74C-B890-A3D675745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6AC57-4EE0-3544-90B8-DF8025ADDD90}" type="datetimeFigureOut">
              <a:rPr lang="en-US" smtClean="0"/>
              <a:t>11/16/19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DB7CB0-C8BF-3444-BFF8-004DD76DA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A89699-066D-9C46-BBE4-432ECBD36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86CED-D6D0-BF4A-8FEF-220765AC9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14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1A3C6-51E6-8E40-BBE0-3B25DF801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6E6BE3-782B-5A4D-8553-0567FB930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6AC57-4EE0-3544-90B8-DF8025ADDD90}" type="datetimeFigureOut">
              <a:rPr lang="en-US" smtClean="0"/>
              <a:t>11/16/19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80F17B-20E1-3549-9987-CD6B5C5B7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5E1A45-96D7-5449-B463-8699C313A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86CED-D6D0-BF4A-8FEF-220765AC9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381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3A2164-CD31-8D42-913F-FE2EF0AEA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6AC57-4EE0-3544-90B8-DF8025ADDD90}" type="datetimeFigureOut">
              <a:rPr lang="en-US" smtClean="0"/>
              <a:t>11/16/19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0E562F-E6FB-364C-AA34-077C04641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F4C2F1-C13D-D64E-96AE-583D11BAD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86CED-D6D0-BF4A-8FEF-220765AC9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275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A1DD8-B255-DC4E-8554-13FF16F32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AC882-099B-2948-AFA0-362DA2DF0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25980F-D3FB-D74A-8399-B71A26B75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6EA363-9831-B241-A3EF-558653C84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6AC57-4EE0-3544-90B8-DF8025ADDD90}" type="datetimeFigureOut">
              <a:rPr lang="en-US" smtClean="0"/>
              <a:t>11/16/19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82CCC7-B137-0D4E-AA3C-A52E80553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428F28-8E2E-7C4F-B50A-15BEB0A48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86CED-D6D0-BF4A-8FEF-220765AC9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592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E31B9-0FC5-7A41-BE70-980256C44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87EFD9-3843-094C-9D70-8AA4B98DB3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BFAE4-3804-2A41-B5E4-1FB421C364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ABFEBF-05B3-BD49-9F06-E34DE9A05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6AC57-4EE0-3544-90B8-DF8025ADDD90}" type="datetimeFigureOut">
              <a:rPr lang="en-US" smtClean="0"/>
              <a:t>11/16/19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25210-4D22-C84B-B1DF-0D37C50E8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8BC969-8920-C74D-922D-A042AA4A1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86CED-D6D0-BF4A-8FEF-220765AC9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591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1FD70-573C-E742-9608-667E6D92B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5C95F8-BE2C-DE47-AF35-2BFD3B6C27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9884F-8155-D741-AE37-26AF69B24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6AC57-4EE0-3544-90B8-DF8025ADDD90}" type="datetimeFigureOut">
              <a:rPr lang="en-US" smtClean="0"/>
              <a:t>11/16/19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83315-2B80-B242-803C-18885350D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6C60F-53FE-4947-8811-81BD3FF3D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86CED-D6D0-BF4A-8FEF-220765AC9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136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36CBD9-4778-EE4A-A056-24CDBDF8F0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2D5CB3-7B8B-C049-90D5-1EC9651A3C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5572F-6006-4246-A0D9-CF9FBA6C4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6AC57-4EE0-3544-90B8-DF8025ADDD90}" type="datetimeFigureOut">
              <a:rPr lang="en-US" smtClean="0"/>
              <a:t>11/16/19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52B17-42AD-BD47-A6A8-DC83C60FF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F9082-8573-204E-9D7A-668EED33F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86CED-D6D0-BF4A-8FEF-220765AC9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37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D974FF-F2EF-BC4B-A6A2-D6982B9BE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E1D87A-06ED-A344-A168-E229C1592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8108E-EDE3-EE46-BE65-737E56C609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D6AC57-4EE0-3544-90B8-DF8025ADDD90}" type="datetimeFigureOut">
              <a:rPr lang="en-US" smtClean="0"/>
              <a:t>11/16/19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DBE38-1D9E-B24B-8B0B-9BDC244A9D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56433-EFEB-3845-925B-59858B570E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86CED-D6D0-BF4A-8FEF-220765AC9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170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39F6AB-4F86-1744-A744-92BC437E1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chemeClr val="accent1"/>
                </a:solidFill>
              </a:rPr>
              <a:t>Time travel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1D07B-9A81-1D4B-9CA2-ECE5BE464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031" y="963877"/>
            <a:ext cx="6377769" cy="4930246"/>
          </a:xfrm>
        </p:spPr>
        <p:txBody>
          <a:bodyPr anchor="ctr">
            <a:normAutofit/>
          </a:bodyPr>
          <a:lstStyle/>
          <a:p>
            <a:r>
              <a:rPr lang="en-US" sz="2400"/>
              <a:t> S3 is a blob store with a relatively simple HTTP(S)-based PUT/GET/DELETE interface. </a:t>
            </a:r>
          </a:p>
          <a:p>
            <a:r>
              <a:rPr lang="en-US" sz="2400"/>
              <a:t> Objects i.e. files can only be (over-)written in full. It is not even possible to append data to the end of a file. </a:t>
            </a:r>
          </a:p>
          <a:p>
            <a:r>
              <a:rPr lang="en-US" sz="2400"/>
              <a:t> In fact, the exact size of a file needs to be announced up-front in the PUT request.  </a:t>
            </a:r>
          </a:p>
          <a:p>
            <a:r>
              <a:rPr lang="en-US" sz="2400"/>
              <a:t> S3 does, however, support GET requests for parts (ranges) of a file.</a:t>
            </a:r>
          </a:p>
        </p:txBody>
      </p:sp>
    </p:spTree>
    <p:extLst>
      <p:ext uri="{BB962C8B-B14F-4D97-AF65-F5344CB8AC3E}">
        <p14:creationId xmlns:p14="http://schemas.microsoft.com/office/powerpoint/2010/main" val="3143055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96882" y="280374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EAD40D-3BAE-1F45-A369-81B9CC025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351" y="433545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>
                <a:solidFill>
                  <a:srgbClr val="FFFFFF"/>
                </a:solidFill>
              </a:rPr>
              <a:t>File versioning and metastore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30078" y="1522292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239719B-9E06-8246-B3C9-C27F937A16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1567" y="2652463"/>
            <a:ext cx="5455917" cy="3546346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B146403-F3D6-484B-B2ED-97F9565D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16278" y="2596836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F72986E-F3F1-024B-853C-E189CD05E6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5073" y="2741122"/>
            <a:ext cx="5455917" cy="336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836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</Words>
  <Application>Microsoft Macintosh PowerPoint</Application>
  <PresentationFormat>Widescreen</PresentationFormat>
  <Paragraphs>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Time travel</vt:lpstr>
      <vt:lpstr>File versioning and metastore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travel</dc:title>
  <dc:creator>Channappa, Pradeep Holalkere</dc:creator>
  <cp:lastModifiedBy>Channappa, Pradeep Holalkere</cp:lastModifiedBy>
  <cp:revision>1</cp:revision>
  <dcterms:created xsi:type="dcterms:W3CDTF">2019-11-16T01:09:10Z</dcterms:created>
  <dcterms:modified xsi:type="dcterms:W3CDTF">2019-11-16T01:09:58Z</dcterms:modified>
</cp:coreProperties>
</file>